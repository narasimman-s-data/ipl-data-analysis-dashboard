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9" autoAdjust="0"/>
    <p:restoredTop sz="94660"/>
  </p:normalViewPr>
  <p:slideViewPr>
    <p:cSldViewPr snapToGrid="0">
      <p:cViewPr varScale="1">
        <p:scale>
          <a:sx n="82" d="100"/>
          <a:sy n="82" d="100"/>
        </p:scale>
        <p:origin x="4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EDE22-68A8-5CC3-5F15-A313CEE303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7801D6-6FE9-C1E3-7DE4-BD77A07E03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AF556-0288-D006-82A1-0DC36E9DF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243B7-FA49-451A-8EB5-331D4412AF0D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50A95-087E-2206-C347-39CE28873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CEA3F-275E-2FA1-7BF2-6036C97ED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03736-65FC-4FF2-ADD4-BC2813ADD7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293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99868-1CB1-D878-CAE1-665317543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0403E-18C5-1BFF-2A36-619A81959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EE40A-A559-6A38-CC31-D3A7B52AA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243B7-FA49-451A-8EB5-331D4412AF0D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5ECCC-6EAB-A0CB-31A0-2D1533BCD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0A1AC-F50A-44B2-31C3-72917FAF6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03736-65FC-4FF2-ADD4-BC2813ADD7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21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441ED-5A13-A943-E4C8-3C3BE1470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4A99D-F28E-03EC-7E82-6AE5717DD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C1A44-2DB7-3733-8B4D-6A1E0EF43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243B7-FA49-451A-8EB5-331D4412AF0D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7EE16-6258-9093-E670-EFB4219D8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64921-EEFF-ED64-B6EC-5468C6CBB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03736-65FC-4FF2-ADD4-BC2813ADD7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359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F3CAF-C8D2-DA77-F2E8-F89BCB353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73A01-2809-0DF7-1B03-4D6013400E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49DDF3-8E18-17BF-9AFA-BBF51BEFA5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30A18-031A-C303-29DC-8CEF85E5C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243B7-FA49-451A-8EB5-331D4412AF0D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1668D5-9048-B349-C831-EAFE39D9B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55252-4278-3568-EEEE-49249B358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03736-65FC-4FF2-ADD4-BC2813ADD7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905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251AA-B8DD-0CDE-AFF8-880924905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73168-096F-A286-3F57-3EC7593E6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04D061-BC2B-A8DC-5DA2-21673549E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D2B4B8-306F-D93E-CA51-5EA0C28F5A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21FEE6-4125-BC43-17F7-E4EE132D27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7B5D9B-42EA-F5C1-E6FC-068FC1532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243B7-FA49-451A-8EB5-331D4412AF0D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86DC61-7A57-9161-10E2-DD2A34E00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5F007E-9079-6262-BDFB-01522BCE4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03736-65FC-4FF2-ADD4-BC2813ADD7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4854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4EC86-B903-1342-BD4A-2C97CAE65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580F10-F185-24C7-D6E3-C6F5C1695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243B7-FA49-451A-8EB5-331D4412AF0D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652A66-62FF-185C-1941-4B02AEB63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17FA25-DBD1-723E-7273-8CAEC32E4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03736-65FC-4FF2-ADD4-BC2813ADD7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3680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EB6F92-7A01-C7B5-036B-961D86CE9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243B7-FA49-451A-8EB5-331D4412AF0D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EC1E8D-3A9C-D6D0-79EA-7AF4CD649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6EF79F-B1AA-E7DD-6DCF-CCFCAC273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03736-65FC-4FF2-ADD4-BC2813ADD7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131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C4A84-69A7-BFAC-94C5-C52FA2885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516A7-54EA-BB41-4EC5-2B412FE23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DF9E8E-5721-3157-3D76-02A93D9EB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8074F3-3C56-30FA-6E62-FB44A729B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243B7-FA49-451A-8EB5-331D4412AF0D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12CE80-719D-58A9-9E01-4D850E42A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0F51C2-50A6-9C91-29F8-9318853B3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03736-65FC-4FF2-ADD4-BC2813ADD7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9534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61F36-1A0E-1664-2A4D-7E85DB1A3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C244BA-9FB4-AB7D-92F9-479EA4C1F8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7920F2-C744-06D3-2CBE-A24638AF4C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30D09F-CDBD-C310-00D9-E7057BE54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243B7-FA49-451A-8EB5-331D4412AF0D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23CF17-AF58-F1FA-648A-5F5C3FA48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C8A565-34B5-A206-F367-28804ECD0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03736-65FC-4FF2-ADD4-BC2813ADD7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572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4C9DE-A921-FFD5-A1C0-B59BDAC3B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878C0-261B-0616-8BCC-02A481F59E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3D39C-24EB-EDAD-43D6-6B5872B93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243B7-FA49-451A-8EB5-331D4412AF0D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7F263-1142-9336-38CE-7ACCD8E5C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D9576-1D54-92D7-76F5-E6173BE58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03736-65FC-4FF2-ADD4-BC2813ADD7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3584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E7F3DD-65A2-96D1-0156-640191BAA3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23FFB4-A0BF-393F-4F73-5D7E40A473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8ACFF-3B5E-8221-7309-25075EE17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243B7-FA49-451A-8EB5-331D4412AF0D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941DB-123F-90EE-82CE-12E910F3D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B24CC-D6F5-6EB0-1EEF-6B9FC4588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03736-65FC-4FF2-ADD4-BC2813ADD7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272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A9CF68-4659-14B7-274A-13E5EE2E4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8E0CA-470B-34A8-4D83-F10F17717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609C0-8828-30A0-6C37-CA8D0E15C0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6243B7-FA49-451A-8EB5-331D4412AF0D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B9509-77E8-4739-73BD-2DD6343157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D6603-3A40-B764-A67A-BB6CDDAA92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203736-65FC-4FF2-ADD4-BC2813ADD7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269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D0D06-7E28-CEC2-3B85-19DD64DA9E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6107" y="199293"/>
            <a:ext cx="1928446" cy="71510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DAX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4E0043-1A4D-FF86-21A8-D8471C531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30" y="1441939"/>
            <a:ext cx="11965070" cy="356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526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60E15-6F02-E87E-2AA8-6168B7EDE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EFDBA-2B8F-919C-933B-E629D754E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6107" y="199293"/>
            <a:ext cx="1928446" cy="71510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DAX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DC639A-1DCB-6D56-0960-3954179EA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23" y="1032452"/>
            <a:ext cx="11126753" cy="39724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D19AB6-BC5A-3B6A-BB3B-9908C375F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81" y="5677890"/>
            <a:ext cx="5921027" cy="2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559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48CF4-AECD-D61E-FED3-5720AE8CD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698DD-65FA-20A6-6118-4890FF55A0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6107" y="199293"/>
            <a:ext cx="1928446" cy="71510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DAX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C73229-ACD3-66C9-0CCD-03510C4A3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95" y="757149"/>
            <a:ext cx="9725097" cy="590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003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44D97-48EA-3168-A020-662E0F900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1AD4D-9C34-BC7D-9A25-2DE36547EB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6107" y="199293"/>
            <a:ext cx="1928446" cy="71510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DAX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DDD68D-37D7-EB60-2956-80CF685C7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73" y="914401"/>
            <a:ext cx="9707330" cy="481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739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9D4EE-B0DD-9A10-0C40-E087955C4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645BF-7654-1385-2102-82C1877897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6107" y="199293"/>
            <a:ext cx="1928446" cy="71510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DAX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FDB292-2AA3-3117-3541-A6CBA94C3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630" y="1512278"/>
            <a:ext cx="8825400" cy="31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510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BFD26-DFEA-7501-BECB-7B0740DDA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AC089-C23C-FB05-6560-3098774669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6107" y="199293"/>
            <a:ext cx="1928446" cy="71510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DAX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DFFA6B-11AE-3D0B-3083-48284D569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717" y="1014403"/>
            <a:ext cx="10031225" cy="539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05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8A9B6-6743-A9A9-2BDF-72BD5C01B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70C04-1657-13D4-CF79-2B00299C2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6107" y="199293"/>
            <a:ext cx="1928446" cy="71510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DAX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3AFD74-7287-3270-29EB-38DBB39B9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25" y="1497799"/>
            <a:ext cx="11611549" cy="3862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706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62641-DE70-DD4E-F099-2D50A0D9D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74772-0655-6ACA-DF69-8819C6CFC0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6107" y="199293"/>
            <a:ext cx="1928446" cy="71510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DAX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EB54CE-44D9-C595-DB42-0CC15D48F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74" y="1382356"/>
            <a:ext cx="11464252" cy="4093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25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118E7-C6BB-C5D8-729A-960244826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37AF0-0E79-7FDC-5DF3-CEC0FDF06A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6107" y="199293"/>
            <a:ext cx="1928446" cy="71510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DAX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C5CEE6-C586-7CD6-D0D1-2166F1781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5555"/>
            <a:ext cx="12192000" cy="324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495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DF7BF-6642-0FDB-988E-5B6FC8EDF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97F8A-10BA-5163-30FA-ADA9E97F26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6107" y="199293"/>
            <a:ext cx="1928446" cy="71510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DAX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7B34CC-F6B5-68D9-71EB-E3AD3C7F9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6018"/>
            <a:ext cx="12192000" cy="518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098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44E70-D4AE-9005-66B5-CF8C1094F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50307-E6EC-6728-700B-3F07ABB4ED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6107" y="199293"/>
            <a:ext cx="1928446" cy="71510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DAX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A65E4D-5286-BBD3-0409-48FC2F2A2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883" y="820617"/>
            <a:ext cx="10481809" cy="593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952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6056B-3595-B48D-F2AF-D78559D1C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FE7CF-A026-CBF0-7CB5-8C2C18A15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6107" y="199293"/>
            <a:ext cx="1928446" cy="71510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DAX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F6172-5764-4461-7F78-41D2947ED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254" y="914401"/>
            <a:ext cx="9355516" cy="579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006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FA56E-EF8A-C4E1-66AC-16C5A850B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210F1-A663-6E0C-94CD-7B26F8DB2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6107" y="199293"/>
            <a:ext cx="1928446" cy="71510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DAX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74A1AB-CC0E-A335-28AA-450744B88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61" y="914401"/>
            <a:ext cx="8892807" cy="594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004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D85D1-EC24-6948-DE05-A9906632B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108D5-E883-6150-B3A5-286E476D27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6107" y="199293"/>
            <a:ext cx="1928446" cy="71510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DAX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BA4E08-6EAA-712D-37E0-2D5198916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07" y="914400"/>
            <a:ext cx="10237408" cy="594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9270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C8A92-7524-3D9A-D31A-33DC1154F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3953-A221-0DDA-58C0-1101CC5F8A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6107" y="199293"/>
            <a:ext cx="1928446" cy="71510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DAX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E7A520-0FC3-1584-C6B0-4366C7281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00" y="1540281"/>
            <a:ext cx="8290185" cy="437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74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04BDA-79F1-A851-92EF-20B7B457E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59ED5-6F91-A51D-8BF2-6DF51CA893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6107" y="199293"/>
            <a:ext cx="1928446" cy="71510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DAX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F64FA7-B1BA-9914-1C10-560EE61B1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107" y="1257779"/>
            <a:ext cx="10990231" cy="4825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4262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BC6A7-5E63-C343-A22A-23BC5DD41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991B5-F699-1FC6-3697-E55E6C82AA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6107" y="199293"/>
            <a:ext cx="1928446" cy="71510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DAX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46B402-AED4-C05E-8CD9-2EF2AD0B0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530" y="1224933"/>
            <a:ext cx="7211431" cy="18290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A3A289-4862-7B23-1EC0-A490E2C2E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530" y="3520788"/>
            <a:ext cx="8135485" cy="237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8821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4D734-F729-BB66-090B-3EF87C854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8DBE9-B901-7CB7-837C-B1DD3C3A86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6107" y="199293"/>
            <a:ext cx="1928446" cy="71510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DAX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822E7F-C0AC-0A7A-5EE7-C2144BDA8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083" y="1777270"/>
            <a:ext cx="7829523" cy="39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8020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461E5-A532-4A1D-3E98-34CCD5FBF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74420-97EF-E271-26E6-780EE836CF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6107" y="199293"/>
            <a:ext cx="1928446" cy="71510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DAX</a:t>
            </a:r>
            <a:endParaRPr lang="en-IN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AD0B3D-397C-EDF9-9D5C-3BD374F70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715" y="1182591"/>
            <a:ext cx="7542497" cy="515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2953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B2E5E-6B5F-177E-9EEB-E660A1C2B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6CC918-A493-A34D-3FB1-0ED05108E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52" y="363415"/>
            <a:ext cx="10433539" cy="634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9521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84045-7F40-CA38-4CD4-0F83D2FED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05F897-966D-3149-A9E7-C80A14B22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469" y="423443"/>
            <a:ext cx="6535062" cy="601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9376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68C67-A9DC-DB41-771B-403646838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7E6933-D925-A276-9949-80EE97EAE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046" y="104311"/>
            <a:ext cx="9373908" cy="664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1675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CA73B-2F48-49F9-817B-155F6F136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5E1C52-D145-1742-0D36-26C2E4CF4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564" y="971207"/>
            <a:ext cx="6516009" cy="49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9640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CE346-2CAE-C6E5-20B0-B8D17A23C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BD9BF8-E447-99D7-E7F3-88140E642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656" y="0"/>
            <a:ext cx="90266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3541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B7991-0C51-6216-B79F-15AACAB05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0EF6D2-033C-E32A-5996-A06B2A366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014" y="442495"/>
            <a:ext cx="7487695" cy="5973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7252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3BF4A-C3DF-1FCF-E8FC-249EF2314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CC50CA-0478-D7F4-8E7A-350EBFE75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808" y="99548"/>
            <a:ext cx="10088383" cy="665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162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00BA0-DB74-96B1-EF1A-E0B4C3304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720D71-9025-5CE9-EA8F-9EA71B1E1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472" y="734107"/>
            <a:ext cx="7868748" cy="7240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795A11-178B-B704-0B0C-2C1FDB27E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472" y="1800906"/>
            <a:ext cx="8459381" cy="724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1C56C3-8C04-F074-C5BD-FE08032701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472" y="2867705"/>
            <a:ext cx="3458058" cy="12860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8B9A04-85DF-CC5C-F415-E32D20A81F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472" y="4496557"/>
            <a:ext cx="4677428" cy="2762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B954AB-5ABF-951E-089A-81F7A5B63E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290" y="5246403"/>
            <a:ext cx="3905795" cy="5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6649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15742-E821-4AD3-426D-878220ED2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F9D15F9-CEA3-0126-454F-5FEA4C7F60DE}"/>
              </a:ext>
            </a:extLst>
          </p:cNvPr>
          <p:cNvSpPr txBox="1"/>
          <p:nvPr/>
        </p:nvSpPr>
        <p:spPr>
          <a:xfrm>
            <a:off x="3552092" y="1172308"/>
            <a:ext cx="5685693" cy="1969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F9CC7D-47F8-6A82-B29F-2FA9FCA62F5C}"/>
              </a:ext>
            </a:extLst>
          </p:cNvPr>
          <p:cNvSpPr txBox="1"/>
          <p:nvPr/>
        </p:nvSpPr>
        <p:spPr>
          <a:xfrm>
            <a:off x="2954215" y="2792886"/>
            <a:ext cx="66235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Algerian" panose="04020705040A02060702" pitchFamily="82" charset="0"/>
              </a:rPr>
              <a:t>Model Connection </a:t>
            </a:r>
            <a:endParaRPr lang="en-IN" sz="54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7216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A24BD-E6DF-A519-69D5-721C7324C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44718F-C46F-0410-FEA0-BFFE84C02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395" y="0"/>
            <a:ext cx="109672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6699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08EA3-8157-5238-442D-6DB0D19FF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9CD19AC-63F1-FDF2-7DD6-85E6305CF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193" y="0"/>
            <a:ext cx="100116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3535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E526E-8969-77C7-16E5-6BF12687A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5B6ECC6-CC43-22BA-35D3-F05FEF07C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053" y="0"/>
            <a:ext cx="100518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963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21</Words>
  <Application>Microsoft Office PowerPoint</Application>
  <PresentationFormat>Widescreen</PresentationFormat>
  <Paragraphs>20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Algerian</vt:lpstr>
      <vt:lpstr>Arial</vt:lpstr>
      <vt:lpstr>Arial Black</vt:lpstr>
      <vt:lpstr>Calibri</vt:lpstr>
      <vt:lpstr>Calibri Light</vt:lpstr>
      <vt:lpstr>Office Theme</vt:lpstr>
      <vt:lpstr>DAX</vt:lpstr>
      <vt:lpstr>DAX</vt:lpstr>
      <vt:lpstr>DAX</vt:lpstr>
      <vt:lpstr>DAX</vt:lpstr>
      <vt:lpstr>DAX</vt:lpstr>
      <vt:lpstr>DAX</vt:lpstr>
      <vt:lpstr>DAX</vt:lpstr>
      <vt:lpstr>DAX</vt:lpstr>
      <vt:lpstr>DAX</vt:lpstr>
      <vt:lpstr>DAX</vt:lpstr>
      <vt:lpstr>DAX</vt:lpstr>
      <vt:lpstr>DAX</vt:lpstr>
      <vt:lpstr>DAX</vt:lpstr>
      <vt:lpstr>DAX</vt:lpstr>
      <vt:lpstr>DAX</vt:lpstr>
      <vt:lpstr>DAX</vt:lpstr>
      <vt:lpstr>DAX</vt:lpstr>
      <vt:lpstr>DAX</vt:lpstr>
      <vt:lpstr>DAX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Meta Verse</dc:creator>
  <cp:lastModifiedBy>Meta Verse</cp:lastModifiedBy>
  <cp:revision>1</cp:revision>
  <dcterms:created xsi:type="dcterms:W3CDTF">2025-08-11T11:55:46Z</dcterms:created>
  <dcterms:modified xsi:type="dcterms:W3CDTF">2025-08-11T12:16:49Z</dcterms:modified>
</cp:coreProperties>
</file>